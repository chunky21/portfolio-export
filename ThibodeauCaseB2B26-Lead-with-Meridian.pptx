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476" r:id="rId106"/>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14.xml"/><Relationship Id="rId88" Type="http://schemas.openxmlformats.org/officeDocument/2006/relationships/slide" Target="slides/slide115.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6" Type="http://schemas.openxmlformats.org/officeDocument/2006/relationships/slide" Target="slides/slide98.xml"/><Relationship Id="rId107" Type="http://schemas.openxmlformats.org/officeDocument/2006/relationships/slide" Target="slides/slide99.xml"/><Relationship Id="rId108" Type="http://schemas.openxmlformats.org/officeDocument/2006/relationships/slide" Target="slides/slide100.xml"/><Relationship Id="rId109" Type="http://schemas.openxmlformats.org/officeDocument/2006/relationships/slide" Target="slides/slide101.xml"/><Relationship Id="rId110" Type="http://schemas.openxmlformats.org/officeDocument/2006/relationships/slide" Target="slides/slide102.xml"/><Relationship Id="rId111" Type="http://schemas.openxmlformats.org/officeDocument/2006/relationships/slide" Target="slides/slide103.xml"/><Relationship Id="rId112" Type="http://schemas.openxmlformats.org/officeDocument/2006/relationships/slide" Target="slides/slide104.xml"/><Relationship Id="rId113" Type="http://schemas.openxmlformats.org/officeDocument/2006/relationships/slide" Target="slides/slide105.xml"/><Relationship Id="rId114" Type="http://schemas.openxmlformats.org/officeDocument/2006/relationships/slide" Target="slides/slide106.xml"/><Relationship Id="rId115" Type="http://schemas.openxmlformats.org/officeDocument/2006/relationships/slide" Target="slides/slide107.xml"/><Relationship Id="rId116" Type="http://schemas.openxmlformats.org/officeDocument/2006/relationships/slide" Target="slides/slide108.xml"/><Relationship Id="rId117" Type="http://schemas.openxmlformats.org/officeDocument/2006/relationships/slide" Target="slides/slide109.xml"/><Relationship Id="rId118" Type="http://schemas.openxmlformats.org/officeDocument/2006/relationships/slide" Target="slides/slide110.xml"/><Relationship Id="rId119" Type="http://schemas.openxmlformats.org/officeDocument/2006/relationships/slide" Target="slides/slide111.xml"/><Relationship Id="rId120" Type="http://schemas.openxmlformats.org/officeDocument/2006/relationships/slide" Target="slides/slide112.xml"/><Relationship Id="rId121" Type="http://schemas.openxmlformats.org/officeDocument/2006/relationships/slide" Target="slides/slide113.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designed the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Designed the trade and AI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concepts for a bounded agent</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concept answers one of the breakdowns above.</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GOAL TO PLAN</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such as keep technology under 40%. The agent drafts editable steps and shows the impact of each one.</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AUTONOMY LEVELS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Observe, suggest, or act within limits. The current level is always visible, with the user-set limits beside it.</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EVIDENCE ON EVERY OUTPUT</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insight links to its source, date, and data. No model-generated confidence percentage.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ORDERS WITH THEIR REASON</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 trade started from an insight opens with its reason and the user’s own history, and offers a 48-hour pause.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