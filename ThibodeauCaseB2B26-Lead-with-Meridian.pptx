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5.xml"/><Relationship Id="rId88" Type="http://schemas.openxmlformats.org/officeDocument/2006/relationships/slide" Target="slides/slide166.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